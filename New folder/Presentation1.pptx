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12/9/2023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12/9/2023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12/9/2023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12/9/2023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12/9/2023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12/9/2023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12/9/2023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12/9/2023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12/9/2023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12/9/2023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12/9/2023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12/9/2023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B4C60B-807E-4D99-8E49-41F3D365AD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832767"/>
            <a:ext cx="100584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Website for </a:t>
            </a:r>
            <a:r>
              <a:rPr lang="en-US" sz="4000" b="1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dp</a:t>
            </a:r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photography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4FA602-3365-4593-BC37-8711E37D23C1}"/>
              </a:ext>
            </a:extLst>
          </p:cNvPr>
          <p:cNvSpPr/>
          <p:nvPr/>
        </p:nvSpPr>
        <p:spPr>
          <a:xfrm>
            <a:off x="-198783" y="6347369"/>
            <a:ext cx="2385392" cy="65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W.L.H.S.Thilakasiri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10962C-5768-40DA-914E-9B4D72692EB4}"/>
              </a:ext>
            </a:extLst>
          </p:cNvPr>
          <p:cNvSpPr/>
          <p:nvPr/>
        </p:nvSpPr>
        <p:spPr>
          <a:xfrm>
            <a:off x="3836504" y="685800"/>
            <a:ext cx="4518992" cy="258228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C3EE12-137A-49CC-8216-AEBB0E4B7C5C}"/>
              </a:ext>
            </a:extLst>
          </p:cNvPr>
          <p:cNvSpPr/>
          <p:nvPr/>
        </p:nvSpPr>
        <p:spPr>
          <a:xfrm>
            <a:off x="9806608" y="6347369"/>
            <a:ext cx="2385392" cy="65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DEH/IT/2022/F/0045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C47293-05EA-4ECE-A6E5-44FFCCB7C28A}"/>
              </a:ext>
            </a:extLst>
          </p:cNvPr>
          <p:cNvSpPr/>
          <p:nvPr/>
        </p:nvSpPr>
        <p:spPr>
          <a:xfrm>
            <a:off x="4525616" y="4655248"/>
            <a:ext cx="2425147" cy="128546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7B5D2-CE96-4664-9931-4F516CA7E2A2}"/>
              </a:ext>
            </a:extLst>
          </p:cNvPr>
          <p:cNvSpPr/>
          <p:nvPr/>
        </p:nvSpPr>
        <p:spPr>
          <a:xfrm>
            <a:off x="6950763" y="4655248"/>
            <a:ext cx="569844" cy="123907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44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FAB652-59AE-463F-833A-4C3C80DBD1A7}"/>
              </a:ext>
            </a:extLst>
          </p:cNvPr>
          <p:cNvSpPr/>
          <p:nvPr/>
        </p:nvSpPr>
        <p:spPr>
          <a:xfrm>
            <a:off x="3306417" y="556591"/>
            <a:ext cx="5579165" cy="702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u="sng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INTRODUCTON</a:t>
            </a:r>
            <a:endParaRPr lang="en-US" sz="4000" u="sng" spc="3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169A4-F47C-40D8-91D5-D8E2C5B8B7E1}"/>
              </a:ext>
            </a:extLst>
          </p:cNvPr>
          <p:cNvSpPr txBox="1"/>
          <p:nvPr/>
        </p:nvSpPr>
        <p:spPr>
          <a:xfrm>
            <a:off x="2186609" y="2223051"/>
            <a:ext cx="6977268" cy="126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spc="300" dirty="0"/>
              <a:t>What is Photography?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spc="300" dirty="0"/>
              <a:t>About DP Photography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3555BA-C586-40FD-A4D6-196AD0349971}"/>
              </a:ext>
            </a:extLst>
          </p:cNvPr>
          <p:cNvSpPr/>
          <p:nvPr/>
        </p:nvSpPr>
        <p:spPr>
          <a:xfrm>
            <a:off x="-198783" y="6347369"/>
            <a:ext cx="2385392" cy="65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W.L.H.S.Thilakasiri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32105E-9B7F-494B-A7B2-9DE3E3D7786C}"/>
              </a:ext>
            </a:extLst>
          </p:cNvPr>
          <p:cNvSpPr/>
          <p:nvPr/>
        </p:nvSpPr>
        <p:spPr>
          <a:xfrm>
            <a:off x="9806608" y="6347369"/>
            <a:ext cx="2385392" cy="65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DEH/IT/2022/F/0045</a:t>
            </a:r>
          </a:p>
        </p:txBody>
      </p:sp>
    </p:spTree>
    <p:extLst>
      <p:ext uri="{BB962C8B-B14F-4D97-AF65-F5344CB8AC3E}">
        <p14:creationId xmlns:p14="http://schemas.microsoft.com/office/powerpoint/2010/main" val="2137022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E59221-62D1-4C5C-B074-956875AA2D34}"/>
              </a:ext>
            </a:extLst>
          </p:cNvPr>
          <p:cNvSpPr/>
          <p:nvPr/>
        </p:nvSpPr>
        <p:spPr>
          <a:xfrm>
            <a:off x="3306417" y="556591"/>
            <a:ext cx="5579165" cy="702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u="sng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PROBLEMS</a:t>
            </a:r>
            <a:endParaRPr lang="en-US" sz="4000" u="sng" spc="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3AC574-AC1F-4683-ACBE-78F73AEA3A7C}"/>
              </a:ext>
            </a:extLst>
          </p:cNvPr>
          <p:cNvSpPr txBox="1"/>
          <p:nvPr/>
        </p:nvSpPr>
        <p:spPr>
          <a:xfrm>
            <a:off x="1411355" y="2236304"/>
            <a:ext cx="9369287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300" dirty="0"/>
              <a:t>Social media is not enough for promote a brand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300" dirty="0"/>
              <a:t>Need of Portfolio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300" dirty="0"/>
              <a:t>Reach  to new customers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spc="3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3245A3-3396-40C2-830C-9CE47DB998D0}"/>
              </a:ext>
            </a:extLst>
          </p:cNvPr>
          <p:cNvSpPr/>
          <p:nvPr/>
        </p:nvSpPr>
        <p:spPr>
          <a:xfrm>
            <a:off x="-198783" y="6347369"/>
            <a:ext cx="2385392" cy="65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W.L.H.S.Thilakasiri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D431A6-303B-4A14-B99E-51FDFD913985}"/>
              </a:ext>
            </a:extLst>
          </p:cNvPr>
          <p:cNvSpPr/>
          <p:nvPr/>
        </p:nvSpPr>
        <p:spPr>
          <a:xfrm>
            <a:off x="9806608" y="6347369"/>
            <a:ext cx="2385392" cy="65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DEH/IT/2022/F/0045</a:t>
            </a:r>
          </a:p>
        </p:txBody>
      </p:sp>
    </p:spTree>
    <p:extLst>
      <p:ext uri="{BB962C8B-B14F-4D97-AF65-F5344CB8AC3E}">
        <p14:creationId xmlns:p14="http://schemas.microsoft.com/office/powerpoint/2010/main" val="2820548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1FF47E-2C07-4D89-A7EF-ED41482EB452}"/>
              </a:ext>
            </a:extLst>
          </p:cNvPr>
          <p:cNvSpPr/>
          <p:nvPr/>
        </p:nvSpPr>
        <p:spPr>
          <a:xfrm>
            <a:off x="3306417" y="556591"/>
            <a:ext cx="5579165" cy="702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u="sng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SOLUTION</a:t>
            </a:r>
            <a:endParaRPr lang="en-US" sz="4000" u="sng" spc="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2637D-E834-4853-AE4E-FDADE054F573}"/>
              </a:ext>
            </a:extLst>
          </p:cNvPr>
          <p:cNvSpPr txBox="1"/>
          <p:nvPr/>
        </p:nvSpPr>
        <p:spPr>
          <a:xfrm>
            <a:off x="2093844" y="3031433"/>
            <a:ext cx="6977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spc="300" dirty="0"/>
              <a:t>Introduce a Website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8952E7-6D44-4728-9D8F-D496C3025F6B}"/>
              </a:ext>
            </a:extLst>
          </p:cNvPr>
          <p:cNvSpPr/>
          <p:nvPr/>
        </p:nvSpPr>
        <p:spPr>
          <a:xfrm>
            <a:off x="-198783" y="6347369"/>
            <a:ext cx="2385392" cy="65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W.L.H.S.Thilakasiri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442F05-5995-40E3-A6D3-86A84A3D26D2}"/>
              </a:ext>
            </a:extLst>
          </p:cNvPr>
          <p:cNvSpPr/>
          <p:nvPr/>
        </p:nvSpPr>
        <p:spPr>
          <a:xfrm>
            <a:off x="9806608" y="6347369"/>
            <a:ext cx="2385392" cy="65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DEH/IT/2022/F/0045</a:t>
            </a:r>
          </a:p>
        </p:txBody>
      </p:sp>
    </p:spTree>
    <p:extLst>
      <p:ext uri="{BB962C8B-B14F-4D97-AF65-F5344CB8AC3E}">
        <p14:creationId xmlns:p14="http://schemas.microsoft.com/office/powerpoint/2010/main" val="1911677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4460A2-D4B2-465E-86C5-F255090493B5}"/>
              </a:ext>
            </a:extLst>
          </p:cNvPr>
          <p:cNvSpPr/>
          <p:nvPr/>
        </p:nvSpPr>
        <p:spPr>
          <a:xfrm>
            <a:off x="3306417" y="556591"/>
            <a:ext cx="5579165" cy="702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u="sng" spc="3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CONCLUTION</a:t>
            </a:r>
            <a:endParaRPr lang="en-US" sz="4000" u="sng" spc="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06C6C-B3DF-42BC-9D87-2C130E742DCC}"/>
              </a:ext>
            </a:extLst>
          </p:cNvPr>
          <p:cNvSpPr txBox="1"/>
          <p:nvPr/>
        </p:nvSpPr>
        <p:spPr>
          <a:xfrm>
            <a:off x="2219738" y="1958007"/>
            <a:ext cx="936928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300" dirty="0"/>
              <a:t>All Information in one place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300" dirty="0"/>
              <a:t>Get customer attraction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300" dirty="0"/>
              <a:t>User friendly design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300" dirty="0"/>
              <a:t>Mobile responsive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300" dirty="0"/>
              <a:t>Static website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spc="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spc="3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E05059-AF63-4690-B34E-9514A2FE9404}"/>
              </a:ext>
            </a:extLst>
          </p:cNvPr>
          <p:cNvSpPr/>
          <p:nvPr/>
        </p:nvSpPr>
        <p:spPr>
          <a:xfrm>
            <a:off x="-198783" y="6347369"/>
            <a:ext cx="2385392" cy="65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W.L.H.S.Thilakasiri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939F08-8715-4A17-AE8B-DEFD9C07D44F}"/>
              </a:ext>
            </a:extLst>
          </p:cNvPr>
          <p:cNvSpPr/>
          <p:nvPr/>
        </p:nvSpPr>
        <p:spPr>
          <a:xfrm>
            <a:off x="9806608" y="6347369"/>
            <a:ext cx="2385392" cy="65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DEH/IT/2022/F/0045</a:t>
            </a:r>
          </a:p>
        </p:txBody>
      </p:sp>
    </p:spTree>
    <p:extLst>
      <p:ext uri="{BB962C8B-B14F-4D97-AF65-F5344CB8AC3E}">
        <p14:creationId xmlns:p14="http://schemas.microsoft.com/office/powerpoint/2010/main" val="1799505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C0C094-8115-4D76-910D-80D0EBCD1292}"/>
              </a:ext>
            </a:extLst>
          </p:cNvPr>
          <p:cNvSpPr/>
          <p:nvPr/>
        </p:nvSpPr>
        <p:spPr>
          <a:xfrm>
            <a:off x="3306417" y="2726635"/>
            <a:ext cx="5579165" cy="702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spc="300" dirty="0">
                <a:ln w="0"/>
                <a:solidFill>
                  <a:schemeClr val="tx1"/>
                </a:solidFill>
              </a:rPr>
              <a:t>THANKS.</a:t>
            </a:r>
            <a:endParaRPr lang="en-US" sz="4000" spc="3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577F99-DA7B-471B-9D33-743195A589EC}"/>
              </a:ext>
            </a:extLst>
          </p:cNvPr>
          <p:cNvSpPr/>
          <p:nvPr/>
        </p:nvSpPr>
        <p:spPr>
          <a:xfrm>
            <a:off x="-198783" y="6347369"/>
            <a:ext cx="2385392" cy="65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W.L.H.S.Thilakasiri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E6C1A8-193D-4E1A-8E34-F5F399AE65E9}"/>
              </a:ext>
            </a:extLst>
          </p:cNvPr>
          <p:cNvSpPr/>
          <p:nvPr/>
        </p:nvSpPr>
        <p:spPr>
          <a:xfrm>
            <a:off x="9806608" y="6347369"/>
            <a:ext cx="2385392" cy="65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DEH/IT/2022/F/0045</a:t>
            </a:r>
          </a:p>
        </p:txBody>
      </p:sp>
    </p:spTree>
    <p:extLst>
      <p:ext uri="{BB962C8B-B14F-4D97-AF65-F5344CB8AC3E}">
        <p14:creationId xmlns:p14="http://schemas.microsoft.com/office/powerpoint/2010/main" val="321538627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115</TotalTime>
  <Words>159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13</cp:revision>
  <dcterms:created xsi:type="dcterms:W3CDTF">2023-12-09T15:57:11Z</dcterms:created>
  <dcterms:modified xsi:type="dcterms:W3CDTF">2023-12-09T16:36:36Z</dcterms:modified>
</cp:coreProperties>
</file>